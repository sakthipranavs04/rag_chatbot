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874520" y="2569464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-1645920"/>
            <a:ext cx="3200400" cy="32004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KONGU ENGINEERING COLLEGE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594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PERUNDURAI ERODE-638060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8961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DEPARTMENT OF CSE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Fitness Maintenance Portal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0" y="2194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24CSC42- MINI PROJECT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SATHIVEL V          – 24CSR254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6118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SAKTHI PRANAV  – 24CSR253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9319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SANJAY             – 24CSR262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PRIYAN        – 24CSR291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3291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KANNUKINIYAL 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Dept of CSE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874520" y="2569464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-1645920"/>
            <a:ext cx="3200400" cy="32004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AND PROPOSED SOLUTION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3749040" cy="18745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804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115568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fitness apps lack: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personalized goal-based plans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integrated progress tracking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AI-powered fitness guidance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community motivation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06240" cy="187452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115568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Goal-based personalized diet &amp; exercise plans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secure authentication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dashboard &amp; progress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assistant with voice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community forum for motivation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27248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Fitness Maintenance Portal that helps users achieve personal health goals through personalized diet &amp; exercise plans, real-time progress tracking, AI-powered guidance, and community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874520" y="2569464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-1645920"/>
            <a:ext cx="3200400" cy="32004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097280"/>
            <a:ext cx="2651760" cy="32918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097280"/>
            <a:ext cx="265176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React.js + Vite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103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Router DOM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Axios (API calls)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CSS3 &amp; Responsive 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097280"/>
            <a:ext cx="2651760" cy="329184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097280"/>
            <a:ext cx="265176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1600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2103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Express.js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26060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&amp; Bcrypt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49040" y="31089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RESTful APIs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1097280"/>
            <a:ext cx="2651760" cy="32918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0" y="1097280"/>
            <a:ext cx="265176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160020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MongoDB + Mongoose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66560" y="2103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26060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1089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Model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874520" y="2569464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-1645920"/>
            <a:ext cx="3200400" cy="32004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MODULES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MODULES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8321040" cy="65836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051560"/>
            <a:ext cx="22860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0881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Authentication &amp; 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371600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registration with health profile, JWT login, protected routes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828800"/>
            <a:ext cx="22860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186537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Fitness Plans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148840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diet &amp; exercise plans (Weight Loss / Muscle Gain / Maintenance)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8321040" cy="65836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606040"/>
            <a:ext cx="22860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64261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Progress Tracking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metrics, workout timer, calories, water intake, weight analytics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83280"/>
            <a:ext cx="22860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4198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Fitness Assistant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 with voice input/output for fitness &amp; nutrition guidance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8321040" cy="658368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160520"/>
            <a:ext cx="228600" cy="65836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1970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Forum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480560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like, and comment on posts to share achievements &amp; motivate peers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874520" y="2569464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-1645920"/>
            <a:ext cx="3200400" cy="32004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71500" y="1005840"/>
            <a:ext cx="1234440" cy="685800"/>
          </a:xfrm>
          <a:prstGeom prst="rect">
            <a:avLst/>
          </a:prstGeom>
          <a:solidFill>
            <a:srgbClr val="4CAF5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0607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Home Page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" y="135331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overview, features &amp; CTA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05940" y="1303020"/>
            <a:ext cx="20116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07108" y="1005840"/>
            <a:ext cx="1234440" cy="685800"/>
          </a:xfrm>
          <a:prstGeom prst="rect">
            <a:avLst/>
          </a:prstGeom>
          <a:solidFill>
            <a:srgbClr val="4CAF5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7108" y="10607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07108" y="135331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health profile &amp; goals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1548" y="1303020"/>
            <a:ext cx="20116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42716" y="1005840"/>
            <a:ext cx="1234440" cy="685800"/>
          </a:xfrm>
          <a:prstGeom prst="rect">
            <a:avLst/>
          </a:prstGeom>
          <a:solidFill>
            <a:srgbClr val="4CAF5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2716" y="10607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42716" y="135331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— access protected features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77156" y="1303020"/>
            <a:ext cx="20116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8324" y="1005840"/>
            <a:ext cx="1234440" cy="685800"/>
          </a:xfrm>
          <a:prstGeom prst="rect">
            <a:avLst/>
          </a:prstGeom>
          <a:solidFill>
            <a:srgbClr val="4CAF5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8324" y="10607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8324" y="135331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workouts and health stats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12764" y="1303020"/>
            <a:ext cx="20116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13932" y="1005840"/>
            <a:ext cx="1234440" cy="685800"/>
          </a:xfrm>
          <a:prstGeom prst="rect">
            <a:avLst/>
          </a:prstGeom>
          <a:solidFill>
            <a:srgbClr val="4CAF5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3932" y="10607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3932" y="135331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&amp; exercise plans + AI guidance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548372" y="1303020"/>
            <a:ext cx="20116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49540" y="1005840"/>
            <a:ext cx="1234440" cy="685800"/>
          </a:xfrm>
          <a:prstGeom prst="rect">
            <a:avLst/>
          </a:prstGeom>
          <a:solidFill>
            <a:srgbClr val="4CAF5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49540" y="106070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49540" y="135331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E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updates, like &amp; comment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8368" y="2148840"/>
            <a:ext cx="2743200" cy="2560320"/>
          </a:xfrm>
          <a:prstGeom prst="rect">
            <a:avLst/>
          </a:prstGeom>
          <a:solidFill>
            <a:srgbClr val="F9FBE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2148840"/>
            <a:ext cx="27432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" y="25603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token stored locally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" y="32004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 routes enforced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9808" y="38404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password hashing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538728" y="2148840"/>
            <a:ext cx="2743200" cy="2560320"/>
          </a:xfrm>
          <a:prstGeom prst="rect">
            <a:avLst/>
          </a:prstGeom>
          <a:solidFill>
            <a:srgbClr val="F9FBE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38728" y="2148840"/>
            <a:ext cx="27432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38728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30168" y="25603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fitness goals supported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30168" y="32004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Indian &amp; Western diet plans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30168" y="38404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progression plans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19088" y="2148840"/>
            <a:ext cx="2743200" cy="2560320"/>
          </a:xfrm>
          <a:prstGeom prst="rect">
            <a:avLst/>
          </a:prstGeom>
          <a:solidFill>
            <a:srgbClr val="F9FBE7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9088" y="2148840"/>
            <a:ext cx="2743200" cy="3474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10528" y="256032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calories tracked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10528" y="32004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 &amp; sleep logged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510528" y="38404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 progress charted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874520" y="2569464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-1645920"/>
            <a:ext cx="3200400" cy="32004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&amp; CONCLUSION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58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024128"/>
            <a:ext cx="402336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024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Full-Stack MERN Implementation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24128"/>
            <a:ext cx="4023360" cy="457200"/>
          </a:xfrm>
          <a:prstGeom prst="rect">
            <a:avLst/>
          </a:prstGeom>
          <a:solidFill>
            <a:srgbClr val="F3E5F5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241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Goal-Based Personalized Plans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591056"/>
            <a:ext cx="402336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910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Progress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591056"/>
            <a:ext cx="4023360" cy="457200"/>
          </a:xfrm>
          <a:prstGeom prst="rect">
            <a:avLst/>
          </a:prstGeom>
          <a:solidFill>
            <a:srgbClr val="F3E5F5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9105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Fitness Assistant with Voice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157984"/>
            <a:ext cx="402336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579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Secure JWT Authentication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157984"/>
            <a:ext cx="4023360" cy="457200"/>
          </a:xfrm>
          <a:prstGeom prst="rect">
            <a:avLst/>
          </a:prstGeom>
          <a:solidFill>
            <a:srgbClr val="F3E5F5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1579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 Social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788920"/>
            <a:ext cx="8321040" cy="100584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81635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090672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Fitness Maintenance Portal is a comprehensive full-stack web application delivering personalized diet and exercise plans, real-time progress analytics, AI-powered fitness guidance, and a social community forum — demonstrating complete MERN stack development skills with secure JWT authentication and scalable REST API architecture.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874520" y="2569464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-1645920"/>
            <a:ext cx="3200400" cy="32004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React.js Official Documentation – https://react.dev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Documentation – https://nodejs.org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Express.js Guide – https://expressjs.com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MongoDB Documentation – https://www.mongodb.com/docs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JWT Authentication – https://jwt.io/introduction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API Design Best Practices – MDN Web Docs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Vite Build Tool – https://vitejs.dev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91440" cy="51435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16200000">
            <a:off x="-1874520" y="2569464"/>
            <a:ext cx="514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KONGU ENGINEERING COLLEGE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0" y="-1645920"/>
            <a:ext cx="3200400" cy="3200400"/>
          </a:xfrm>
          <a:prstGeom prst="ellipse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8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 Engineering College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Perundurai, Erode - 638060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Estd : 1984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Diet and Fitness App</dc:title>
  <dc:subject>PptxGenJS Presentation</dc:subject>
  <dc:creator>PptxGenJS</dc:creator>
  <cp:lastModifiedBy>PptxGenJS</cp:lastModifiedBy>
  <cp:revision>1</cp:revision>
  <dcterms:created xsi:type="dcterms:W3CDTF">2026-05-02T04:54:16Z</dcterms:created>
  <dcterms:modified xsi:type="dcterms:W3CDTF">2026-05-02T04:54:16Z</dcterms:modified>
</cp:coreProperties>
</file>